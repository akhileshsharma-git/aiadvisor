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2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23B"/>
                </a:solidFill>
                <a:latin typeface="Arial"/>
              </a:rPr>
              <a:t>Total spend by month (all 3 cards)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spend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2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June</c:v>
                  </c:pt>
                  <c:pt idx="1">
                    <c:v>July</c:v>
                  </c:pt>
                  <c:pt idx="2">
                    <c:v>August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1759</c:v>
                </c:pt>
                <c:pt idx="1">
                  <c:v>1912</c:v>
                </c:pt>
                <c:pt idx="2">
                  <c:v>2953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2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Finance Advisor Agent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dashboard. An advisor that tells you what to do — and shows the math.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  ·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Automation Lead candidate submission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hold 3-5 cards. Findr shows them charts anyway.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spending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issuer shows its own slice. No one sees the whole picture — groceries alone can be split across 2-3 statements.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514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Forgotten recurring charges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8404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trials quietly convert to paid plans. Subscriptions pile up across cards where no single view ever adds them 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"Great, now what?"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8404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 chart tells you where money went. It never tells you what to change, by how much, or what it's worth.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 — Finance Advisor Agent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we're building to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don't trust vague advice.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3325A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 </a:t>
            </a:r>
            <a:pPr indent="0" marL="0">
              <a:buNone/>
            </a:pPr>
            <a:r>
              <a:rPr lang="en-US" sz="2000" i="1" dirty="0">
                <a:solidFill>
                  <a:srgbClr val="C7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"Cut back on dining."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0F3B36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6576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Dining is $420/month, 22% of your spend and up 30% since January —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pulling it back to your December level saves 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~$130/month.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second line — amounts, percentages, trends, from real data — is the product.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bar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 — Finance Advisor Agent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Finance Advisor Agent, grounded in real transactions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375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link (or a statement is uploaded) and every transaction lands in one normalized ledger, across issuers.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34290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132B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39312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3375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analytics layer computes trends, subscriptions, fee audits, duplicate charges, payoff order — real math, not guesses.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4290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72784" y="196596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0B1E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1384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501384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33375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answers free-text questions by calling those analytics functions, and quotes the exact numbers back.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34290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34856" y="196596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132B5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63456" y="21945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363456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333756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quantified: a dollar amount, a %, a time-bound — something the user can actually decide 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 — Finance Advisor Agent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one real user's 3 cards, 3 months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8076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cards, 3 issuers, 1 person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80760" y="1828800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/>
        </p:spPr>
      </p:sp>
      <p:sp>
        <p:nvSpPr>
          <p:cNvPr id="7" name="Shape 4"/>
          <p:cNvSpPr/>
          <p:nvPr/>
        </p:nvSpPr>
        <p:spPr>
          <a:xfrm>
            <a:off x="6080760" y="182880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Express •8837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22311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revolving balance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2743200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6080760" y="2743200"/>
            <a:ext cx="73152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28163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Credit Union •6014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1455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 APR · 1 late fee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80760" y="3657600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F4F7FB"/>
          </a:solidFill>
          <a:ln/>
        </p:spPr>
      </p:sp>
      <p:sp>
        <p:nvSpPr>
          <p:cNvPr id="15" name="Shape 12"/>
          <p:cNvSpPr/>
          <p:nvPr/>
        </p:nvSpPr>
        <p:spPr>
          <a:xfrm>
            <a:off x="6080760" y="3657600"/>
            <a:ext cx="73152" cy="7772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55080" y="3730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Bank •4021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40599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22.99% APR · interest + FX fees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Proof of concept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 — Finance Advisor Agent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found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grounded findings, zero guesswork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240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+103%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Dining, June → August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 → $252/mo. Back to June's level saves $128/mo ($1,540/yr).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93592" y="2240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$2,290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subscriptions / year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6576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subscriptions across 2 cards. A Paramount+ trial silently converted to $11.99/mo.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96596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2240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$97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fees in 3 months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36576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late fee, 2 FX fees, 2 interest charges — all preventable with autopay + card choice.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34856" y="1965960"/>
            <a:ext cx="2606040" cy="365760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17736" y="22402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$142.85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317736" y="30175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duplicate charge caught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317736" y="365760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Costco charge billed twice, 48 hours apart, on the Meridian card.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Findings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 — Finance Advisor Agent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advisor, live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"Give me a plan to spend better"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949440" y="1874520"/>
            <a:ext cx="4663440" cy="54864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0" y="18745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 plan to spend better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8778240" cy="3566160"/>
          </a:xfrm>
          <a:prstGeom prst="roundRect">
            <a:avLst>
              <a:gd name="adj" fmla="val 3846"/>
            </a:avLst>
          </a:prstGeom>
          <a:solidFill>
            <a:srgbClr val="132B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346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a grounded plan based on your last 3 months:
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Trim dining toward June levels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August is $252/mo vs June's $124/mo → saves $128/mo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Cut streaming from 7 services to 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Saves $74/mo ($888/yr) with minimal downside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Pay down Summit Bank before Aurora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C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22.99% APR vs 17.9% — avalanche method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509760" y="50292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0F3B3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50292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$202/mo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 up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72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7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above is computed live from the parsed statement data — auditable, not generated.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Advisor in 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 — Finance Advisor Agent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come from code, not the model's memory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595628" y="219456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95628" y="2194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(Plaid feed or PDF/CSV upload) parsed into one normalized ledger across issuers.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9202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57700" y="219456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7700" y="2194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880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layer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3832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functions: category trends, subscription detection, fee audit, duplicate-charge detection, payoff ranking.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9202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9772" y="219456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9772" y="2194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880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Tool-calling LLM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33832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calls these functions as tools and narrates the result — it never computes money in its head.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92024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81844" y="219456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81844" y="21945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17736" y="28803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 surface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317736" y="33832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chat. Every dollar figure traces back to a specific function call, fully auditable.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the product bar requires every claim to be backed by real numbers. Tool-calling makes that a structural guarantee, not a prompting hope.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Architecture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 — Finance Advisor Agent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production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0B1E3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352044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(this prototype)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3-issuer statement parsing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 over real aggregates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duplicate/fee detection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0B1E3D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920240"/>
            <a:ext cx="3520440" cy="548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4-6 weeks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97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integration for live linking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templated chat for tool-calling LLM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+ auth, multi-user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0B1E3D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1920240"/>
            <a:ext cx="352044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1920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6974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push alerts (price hikes, pace warnings)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"what-if" planning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 audit trail for every claim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Findr — Finance Advisor Agent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32B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one session: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PDFs → parsed ledger → grounded advisor → working webapp → this deck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Repo, live demo, and this deck are all in the submission.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T. Reeves' numbers were real inputs — every recommendation in this deck traces back to a line item.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2026-09-07T08:07:00Z</dcterms:created>
  <dcterms:modified xsi:type="dcterms:W3CDTF">2026-09-07T08:07:00Z</dcterms:modified>
</cp:coreProperties>
</file>